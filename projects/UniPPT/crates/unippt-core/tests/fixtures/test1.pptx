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CE98D-31F6-3FB7-BEB3-6872B9D09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B26868-489D-0583-D9E2-D746929C8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3C7E53-100E-BAEF-A9EB-80C76EC2C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DDF0-2F33-4E77-B3B4-107F285058F1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B3137C-BDB0-02F1-133A-34D879A8F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1C6E49-5EDD-D9AF-CEB0-FB7B4E73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50C45-FC59-42C7-8CE6-0A3A9CED1E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945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A1BCEC-5165-3956-3715-1A3F05EDE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D6EF50-6826-AF13-351C-5065026ED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C63932-FFC5-38CF-2F4F-1C2BC09EF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DDF0-2F33-4E77-B3B4-107F285058F1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EC98FC-3D53-8A33-538E-94C1ED1C5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536EA1-8C27-3602-693E-3EB426D4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50C45-FC59-42C7-8CE6-0A3A9CED1E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944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1438CC-8DFB-FBA3-7F14-21A026B5C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9252F7-BD1A-14BC-37F4-1EFA99697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35B05-3052-3EF0-239E-1F77E2F2F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DDF0-2F33-4E77-B3B4-107F285058F1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A05317-250D-2084-7C95-0E188F83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55549B-6CFF-B2F0-192C-59B122F8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50C45-FC59-42C7-8CE6-0A3A9CED1E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4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602814-0335-FFF0-1CAE-35FDFC4C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9DB9F2-5D5D-BF34-198D-7C5BC58F09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F74428-A20D-9385-8704-A52B20213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7C1416-D9FB-710B-F02E-6FD84515F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DDF0-2F33-4E77-B3B4-107F285058F1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D30D6B-889D-A67A-40B3-19E5632A2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1632F2-9799-A741-6520-D6B9204ED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50C45-FC59-42C7-8CE6-0A3A9CED1E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125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02B6D3-8BF8-9902-A230-FD4DC95DC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4108D1-83F3-59FB-7AA7-875FFBBAA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C6BCF5-903E-C41F-B165-BD4462DEB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B2FC68-CF4B-F556-5671-78D4CFDEC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84A60B-0BF8-E838-538A-B4141C71A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36A08D-429C-6E6F-F029-AEC09546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DDF0-2F33-4E77-B3B4-107F285058F1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16A604-5CF0-15BD-72F9-87792B555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C0DA008-0391-F944-4E91-5660FEAD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50C45-FC59-42C7-8CE6-0A3A9CED1E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344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445853-3704-A513-D3A8-00709D0C0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9BD720-8D0F-C9F6-0299-8A24B696A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DDF0-2F33-4E77-B3B4-107F285058F1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299749-CEEA-EA63-2F4E-64537D804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66B1BB-7E4B-E8CC-EEB3-39FD6A36C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50C45-FC59-42C7-8CE6-0A3A9CED1E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929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FD1AC0-27BB-77AE-4978-137C76D35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DDF0-2F33-4E77-B3B4-107F285058F1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364B67-67F0-E7D6-3759-94D835343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ACE936-AB7F-4638-8002-2D14B431E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50C45-FC59-42C7-8CE6-0A3A9CED1E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394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411535-D4B6-6985-6D9D-31CBEE444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5ABEB3-7115-7EAE-1A2C-86827020F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20BA6F-F47A-07F3-A70E-FE916686D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B79727-218A-C27C-F801-D7C1361A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DDF0-2F33-4E77-B3B4-107F285058F1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254D04-CC7F-B99B-08EF-477CFB0B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DAB2E7-0FC2-6D3B-9E69-6322AAC44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50C45-FC59-42C7-8CE6-0A3A9CED1E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81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2A7DE8-C046-F0C0-576C-245014C2F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11BFD0F-9E38-D10C-ED9E-B152F9CC7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40EF66-1423-7F29-06F7-E5A89BC37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1D8A75-E483-53CF-47D1-021BEDF2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DDF0-2F33-4E77-B3B4-107F285058F1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D7E88D-EC19-F7B4-2D36-010CB40E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C7A568-7099-7391-CDB5-3B2F949B4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50C45-FC59-42C7-8CE6-0A3A9CED1E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286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097E11-D3C5-421D-5D5C-14AB67417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74121C-2A12-D49F-74E7-150553ADA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BB2C7F-245C-1361-0B33-D432DB84D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DDF0-2F33-4E77-B3B4-107F285058F1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1AD630-BF69-B6B2-ED1D-5EA619C49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FA14C4-4908-4E3A-5E0D-6999ED8CB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50C45-FC59-42C7-8CE6-0A3A9CED1E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305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53BDDE6-9B14-9885-A5F2-BF636A929F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2CC81F-EF00-FA1B-F19F-EAAFA5BDB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C9CEB4-6859-CC39-1E85-777F10EB7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DDF0-2F33-4E77-B3B4-107F285058F1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16B356-4828-0E2B-7C62-2C8D2504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16FDB4-FBAE-4881-E626-5FA0DA63F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50C45-FC59-42C7-8CE6-0A3A9CED1E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888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6DDBA27-1846-478D-DD57-3536D594B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54BEAA-00E3-CBE3-C44B-D093735DD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7EFD42-7048-85A5-A1A8-77DBE75F8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CDDF0-2F33-4E77-B3B4-107F285058F1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4EA298-F48E-39C7-8DEF-08E43AB03C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4A3680-2D17-3498-2980-CEAB89B3B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50C45-FC59-42C7-8CE6-0A3A9CED1E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15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3858D-E59E-505B-9998-3F034F854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你好啊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2828890-9193-0177-9C8A-FAC473CB42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034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你好啊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OmniDoc</dc:creator>
  <cp:lastModifiedBy>OmniDoc</cp:lastModifiedBy>
  <cp:revision>1</cp:revision>
  <dcterms:created xsi:type="dcterms:W3CDTF">2026-06-10T08:24:56Z</dcterms:created>
  <dcterms:modified xsi:type="dcterms:W3CDTF">2026-06-10T08:25:02Z</dcterms:modified>
</cp:coreProperties>
</file>